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388E3C">
              <a:alpha val="60000"/>
            </a:srgbClr>
          </a:solidFill>
          <a:ln w="12700">
            <a:solidFill>
              <a:srgbClr val="388E3C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6576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CDDC39"/>
          </a:solidFill>
          <a:ln w="12700">
            <a:solidFill>
              <a:srgbClr val="CDDC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EPOEM 170  •  15 de Abril  •  Grupo 1°4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Destrucción de la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Vida Silvestre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5D6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la Comunidad de Coacalco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FDD835"/>
          </a:solidFill>
          <a:ln w="12700">
            <a:solidFill>
              <a:srgbClr val="FDD8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31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Sugey Yareni Hernández Martínez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1°4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🏙️  Urbanización en Coacalco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urbanización en Coacalco ha sido intensa y acelerada, con aproximadamente el 95% de su territorio urbanizado, integrándose totalmente como parte de la Zona Metropolitana del Valle de México.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103120"/>
            <a:ext cx="1600200" cy="2011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2240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🏘️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Densidad Intensa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toda el municipio está urbanizado como zona habitacional e industrial.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92808" y="2103120"/>
            <a:ext cx="1600200" cy="20116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92808" y="2240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⚠️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84248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Conflictos de Suelo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84248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Protestas de habitantes por desarrollo de naves industriales en zonas habitacionales.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02736" y="2103120"/>
            <a:ext cx="1600200" cy="20116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2736" y="2240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🌫️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694176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Ambientales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94176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 del aire por emisiones industriales y vehiculares, y problemas de aguas residuales.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12664" y="2103120"/>
            <a:ext cx="1600200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2240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🏗️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04104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Infraestructura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04104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hospital regional, estadio de béisbol y mejoras en pozos de agua.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022592" y="2103120"/>
            <a:ext cx="1600200" cy="2011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22592" y="224028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📜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114032" y="2697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 Histórico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14032" y="32004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desde sus orígenes hasta convertirse en zona residencial al norponiente del Valle de México.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🌳  Tala Ilegal en Coacalco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tala de árboles en Coacalco ha generado tensiones entre la ciudadanía y las autoridades locales. Vecinos han manifestado indignación ante la tala para proyectos de remodelación.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3E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28800"/>
            <a:ext cx="4023360" cy="4572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Situación Actual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Públicas: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Vecinos denuncian tala de árboles grandes para remodelación y pavimentación.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de Guadalupe: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protegida con presión por crecimiento urbano ilegal y contaminación.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BE9E7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828800"/>
            <a:ext cx="402336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Marco Legal – Estado de México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Hasta 25 años de prisión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tala ilegal de un solo árbol (desde marzo 2026).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Multas de hasta 1,500 días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transporte o comercialización de madera sin autorización.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Penas agravadas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usan motosierras o participan servidores públicos.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📢  ¿Cómo Denunciar la Tala Ilegal?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43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280160" y="9601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PROPAEM (Estatal)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Denuncia en Línea de la PROPAEM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Teléfono: 722 213 5456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8412480" cy="1143000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14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🌲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PROFEPA (Federal)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974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forestales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800 PROFEPA (7763372)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611880"/>
            <a:ext cx="8412480" cy="11430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86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80160" y="3703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Gobierno Municipal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690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Medio Ambiente de Coacalco para verificar permisos de saneamiento.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F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🌫️  Contaminación Actual en Coacalco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8138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contaminación en Coacalco de Berriozábal es crítica, destacando por mala calidad del aire (PM2.5), alta congestión vehicular en la Vía López Portillo y graves problemas de agua contaminada.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828800"/>
            <a:ext cx="1965960" cy="21488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423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Calidad del Aire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concentración de partículas PM2.5, superando los límites de la OMS.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13432" y="1828800"/>
            <a:ext cx="1965960" cy="2148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04872" y="2423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Agua Contaminada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04872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con sedimentos, color amarillento y mal olor en fraccionamientos como El Laurel.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98264" y="1828800"/>
            <a:ext cx="1965960" cy="2148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98264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9704" y="2423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Residuos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9704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toneladas de residuos retirados de canales como el de Cartagena.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83096" y="1828800"/>
            <a:ext cx="1965960" cy="21488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83096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574536" y="242316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Contaminación Visual y Auditiva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74536" y="29260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Incrementada por el alto tráfico en la avenida principal.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Cambio de Uso de Suelo en Coacalco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95528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cambio de uso de suelo permite modificar la actividad, intensidad o densidad de aprovechamiento de un inmueble. Debe realizarse ante la Dirección de Desarrollo Urbano municipal.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Solicitud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firmado por el propietario o representante legal.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72968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Acreditación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8892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que acredite la propiedad o posesión, inscrito en el IFREM.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66360" y="169164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41848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Documentación Técnica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arquitectónicos, de instalaciones y cédula del DRO.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4088" y="2999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oficial vigente del propietario o representante.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97480" y="29260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BA68C8"/>
          </a:solidFill>
          <a:ln w="12700">
            <a:solidFill>
              <a:srgbClr val="BA6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72968" y="2999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Boleta Predial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88920" y="3429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Actualizada y Constancia de Alineamiento y Número Oficial.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66360" y="29260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971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641848" y="2999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Factibilidad SAPASAC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57800" y="34290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vigente de conexión de agua y saneamiento.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35240" y="169164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E1BEE7"/>
          </a:solidFill>
          <a:ln w="12700">
            <a:solidFill>
              <a:srgbClr val="E1BE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737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110728" y="1764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Impacto Urbano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26680" y="219456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técnica correspondiente en casos de alto impacto.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2E7D32">
              <a:alpha val="50000"/>
            </a:srgbClr>
          </a:solidFill>
          <a:ln w="12700">
            <a:solidFill>
              <a:srgbClr val="2E7D32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388E3C">
              <a:alpha val="40000"/>
            </a:srgbClr>
          </a:solidFill>
          <a:ln w="12700">
            <a:solidFill>
              <a:srgbClr val="388E3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D8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Coacalco enfrenta una crisis ambiental real: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 urbanización acelerada ha reducido los espacios naturales.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 tala ilegal destruye el patrimonio forestal de la comunidad.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La contaminación del aire y el agua afecta la salud de los habitantes.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Es urgente participar activamente en la denuncia y cuidado del medio ambiente.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4800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Sugey Yareni Hernández Martínez  •  Grupo 1°4  •  EPOEM 170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Destrucción de la Vida Silvestre en Coacalco</dc:title>
  <dc:subject>PptxGenJS Presentation</dc:subject>
  <dc:creator>Sugey Martínez</dc:creator>
  <cp:lastModifiedBy>Sugey Martínez</cp:lastModifiedBy>
  <cp:revision>1</cp:revision>
  <dcterms:created xsi:type="dcterms:W3CDTF">2026-04-23T01:01:57Z</dcterms:created>
  <dcterms:modified xsi:type="dcterms:W3CDTF">2026-04-23T01:01:57Z</dcterms:modified>
</cp:coreProperties>
</file>