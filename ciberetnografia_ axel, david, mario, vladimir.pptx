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2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92608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CIBERETNOGRAFÍA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Destrucción de la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Vida Silvestre en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Comunidad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5D5B2"/>
                </a:solidFill>
              </a:rPr>
              <a:t>Coacalco, Estado de México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4114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0740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5D5B2"/>
                </a:solidFill>
              </a:rPr>
              <a:t>Mario · Vladimir · David · Axel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Grupo: 1°4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una Ciberetnografía?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601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B4332"/>
                </a:solidFill>
              </a:rPr>
              <a:t>La ciberetnografía es un método de investigación cualitativa que estudia comunidades, prácticas y fenómenos sociales a través del análisis de medios digitales, redes sociales y contenidos en línea.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6974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Observación Digital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Monitoreo de medios y plataformas digitales para identificar narrativas sobre el tema.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240280"/>
            <a:ext cx="26974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9272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Análisis de Contenido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310128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Interpretación crítica de la información hallada en fuentes periodísticas y digitales.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2240280"/>
            <a:ext cx="26974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9904" y="23317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81344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Reflexión Etnográfica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3310128"/>
            <a:ext cx="24780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Construcción de conclusiones con perspectiva social, cultural y ambiental.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Planteamiento del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Coacalco y la crisis ambiental urbana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</a:rPr>
              <a:t>Coacalco, municipio densamente poblado del Estado de México, enfrenta una grave pérdida de vida silvestre producto de la expansión urbana acelerada.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</a:rPr>
              <a:t>La desaparición de áreas verdes, barrancas y espacios semi-naturales elimina el hábitat de aves, reptiles y pequeños mamíferos que alguna vez habitaron la región.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0" y="1051560"/>
            <a:ext cx="3749040" cy="11887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430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870448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Medios analizados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70448" y="1554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El Universal, Milenio, El Heraldo de México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423160"/>
            <a:ext cx="3749040" cy="11887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5146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70448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Factores principales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70448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Urbanización · Contaminación · Políticas · Educación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3794760"/>
            <a:ext cx="3749040" cy="118872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8862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6A4F"/>
                </a:solidFill>
              </a:rPr>
              <a:t>↓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870448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Biodiversidad local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4297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</a:rPr>
              <a:t>En constante declive en zonas periurbanas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la Investigación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4160520" cy="164592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1325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Identificar factores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" y="18288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Determinar los principales factores que ocasionan la pérdida de vida silvestre en Coacalco mediante la revisión de medios digitales nacionales.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160520" cy="164592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3258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Analizar narrativas digitales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4608" y="18288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Examinar cómo periódicos como El Universal, Milenio y El Heraldo de México retratan la problemática ambiental en zonas urbanas.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4160520" cy="164592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2004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Documentar el impacto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" y="37033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Registrar el impacto de la urbanización, contaminación y falta de políticas ambientales sobre los ecosistemas locales.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160520" cy="164592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32004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Proponer conciencia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4608" y="37033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</a:rPr>
              <a:t>Reflexionar sobre el papel de la ciudadanía y la educación ambiental en la preservación de la biodiversidad local.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" y="1737360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1155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Selección de fuentes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Revisión de El Universal, Milenio y El Heraldo de México — medios de circulación nacional con cobertura ambiental documentada.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" y="2697480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0756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Recopilación digital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04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Búsqueda y lectura de notas, reportajes y artículos relacionados con biodiversidad, fauna urbana y destrucción ambiental en México.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" y="3657600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0358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Análisis temático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Identificación de patrones narrativos recurrentes: expansión urbana, contaminación, políticas públicas y conciencia ciudadana.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9959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Triangulación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3251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Comparación de hallazgos entre los tres medios para construir una visión integral de la problemática en zonas como Coacalco.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Hallazgos: Factores de Destrucción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5568" y="1143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Expansión Urbana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Crecimiento desordenado de zonas habitacionales y comerciales que fragmentan ecosistemas, dejando a las especies sin hábitat.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50408" y="1143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Contaminación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Acumulación de residuos sólidos y mala gestión del agua afectan ríos, canales y suelos, provocando migración o muerte de fauna.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15568" y="3154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Debilidad Institucional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Los programas de conservación (como las UMA) no se implementan adecuadamente en zonas periurbanas con alta presión inmobiliaria.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82880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50408" y="3154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Falta de Conciencia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</a:rPr>
              <a:t>Tala clandestina, quema de basura y abandono de animales son prácticas cotidianas con impacto acumulativo devastador.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Análisis: Lo que dicen los Medios Digitales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88920" cy="37947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88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El Universal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Urbanización como principal causa del deterioro ambiental.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Zonas periurbanas con mayor pérdida de biodiversidad.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4787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Fragmentación ecológica como fenómeno emergente.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88920" cy="37947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005840"/>
            <a:ext cx="2788920" cy="4572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Milenio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572768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Contaminación de ríos y canales afecta fauna local.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2560320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Gestión deficiente de residuos sólidos en municipios.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354787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Correlación entre residuos y pérdida de especies.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88920" cy="37947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005840"/>
            <a:ext cx="2788920" cy="45720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005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El Heraldo de México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572768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Crítica a la falta de políticas ambientales efectivas.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2560320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Programas de conservación sin alcance urbano real.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3547872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5D5B2"/>
                </a:solidFill>
              </a:rPr>
              <a:t>Necesidad urgente de regulación en zonas de presión inmobiliaria.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Discusión: Impacto en la Comunidad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4332"/>
                </a:solidFill>
              </a:rPr>
              <a:t>"La destrucción de la biodiversidad no es un problema aislado, sino parte de una crisis ambiental más amplia que afecta la calidad de vida de toda la comunidad."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Consecuencias Ambientales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Aumento de temperatura urbana (islas de calor)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Mayor contaminación del aire por falta de vegetación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Escasez de recursos naturales como agua limpia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Desaparición de polinizadores que afecta cultivos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Consecuencias Sociales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74320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Pérdida del patrimonio natural y cultural local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Deterioro en la salud pública por contaminación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Desconexión de la ciudadanía con la naturaleza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Reducción de espacios de esparcimiento y convivencia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</a:rPr>
              <a:t>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La expansión urbana desordenada en Coacalco es el principal motor de la pérdida de vida silvestre, eliminando hábitats naturales de aves, reptiles y mamíferos.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</a:rPr>
              <a:t>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La contaminación y la mala gestión de residuos actúan como factores secundarios que agravan el deterioro de ecosistemas ya fragmentados.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</a:rPr>
              <a:t>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La debilidad de las políticas ambientales y la falta de conciencia ciudadana perpetúan el ciclo de destrucción en zonas periurbanas.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B788"/>
                </a:solidFill>
              </a:rPr>
              <a:t>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Es urgente integrar la educación ambiental y fortalecer la participación comunitaria como herramientas de conservación desde la escuela.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 y Fuentes Digitales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</a:rPr>
              <a:t>El Universal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538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Cobertura sobre expansión urbana y pérdida de biodiversidad en el Valle de México. Disponible en: eluniversal.com.mx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</a:rPr>
              <a:t>Milenio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Reportajes sobre contaminación de ríos y gestión de residuos en municipios conurbados. Disponible en: milenio.com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44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</a:rPr>
              <a:t>El Heraldo de México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Análisis de políticas ambientales y Unidades de Manejo para la Conservación (UMA). Disponible en: heraldodemexico.com.mx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</a:rPr>
              <a:t>Método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Ciberetnografía como metodología de investigación digital cualitativa. Observación y análisis de narrativas mediáticas en línea.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D5B2"/>
                </a:solidFill>
              </a:rPr>
              <a:t>Mario · Vladimir · David · Axel  |  Grupo 1°4  |  Coacalco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Office PowerPoint</Application>
  <PresentationFormat>Presentación en pantalla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Destrucción de la Vida Silvestre en mi Comunidad</dc:title>
  <dc:subject>PptxGenJS Presentation</dc:subject>
  <dc:creator>PptxGenJS</dc:creator>
  <cp:lastModifiedBy>PC-27</cp:lastModifiedBy>
  <cp:revision>2</cp:revision>
  <dcterms:created xsi:type="dcterms:W3CDTF">2026-04-30T01:06:53Z</dcterms:created>
  <dcterms:modified xsi:type="dcterms:W3CDTF">2026-04-30T01:10:45Z</dcterms:modified>
</cp:coreProperties>
</file>